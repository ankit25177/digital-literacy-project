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5D5E-E7F8-0D98-72C2-D3047C18F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E5DB18-94D5-3E11-4BD5-001B35FD9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96587-17E5-7A21-35B9-8B1C3BE7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28102-E154-BD22-12A2-FDC8BD7D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C4829-D5E3-9AA8-A8BD-A6444BE0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05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BD42-0737-2D0D-8AB7-FF48E69B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CF03-BCAA-D897-3657-20ED69FF1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048DC-98F1-516E-C9AF-F1399DA7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1871E-02F1-D115-29D8-90CACBCE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79418-3805-B84E-5B0C-F3570B5E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65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BA0A5-CDB4-0BBE-0B43-684E5369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E6255-E056-C490-DF39-9C2BA8675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1A6E3-FAFB-4DD3-2874-C96E2948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1AA37-0933-8CC2-7987-233A20CC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A5EA0-64A6-7469-6FF9-BF8D4DD2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31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AE34-1436-836A-320B-CF9E7E97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08453-29CE-EDE8-34FB-0773F323F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45107-2F46-EEE2-E15B-6EE2BA1A2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CD82C-431E-7AA7-40E7-EEADA982C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7EF0D-F233-C9B9-64A9-D4425027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AA09A-4619-98CE-E773-26726886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6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54A1-05DB-6E90-B28E-85ADAB763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1581D-89FD-8E7A-AD5B-614F7919A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D24FE-A1E5-F457-75B3-A802EE4EE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16F5D1-0E50-BF1D-76CF-79DCF9527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CFE59-61D4-D70E-CB43-FDDE58483A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8777BE-3914-DA2B-1389-9676C9F4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75855D-047F-C482-2FDD-E8E3F756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A38BF4-31B3-4737-DC92-207492D9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303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087A-4544-2F42-5CD6-E1F5AD74B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05581-BD89-7D51-01BA-F71C78D53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1B878-BD67-D2F0-8382-5F976ACE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216A4-C880-F795-BF62-5EB822783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80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18642-EAC7-E895-EF02-0D1EEE69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3BFCE-D516-ADE7-5A04-3D7A9EB78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45ADD-5B91-BA3D-B846-97A26D73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68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BDC34-5B85-4C93-728C-9A8FB5D7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9029-C132-EEC9-AFE2-3E864B88C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09C9D-FF1F-07B8-4414-102E49AEE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05D1F-9C9C-9A60-B919-50E8A4B09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F2FA9-DB92-2A18-3241-4A4F34AF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582C-8AB9-7629-C3A2-AE96247D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5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4FE1A-F2E1-8B31-57C3-D48CD847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97E6B0-0EFA-2D45-6E6F-FABE26689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0C498-0369-5ED4-DFF7-991CFCE16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8CCB3-80EA-0D68-55D6-8A5B2216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3F54B-1438-5E19-746A-B37B15932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EDD77-0135-6CB0-E2B1-D78A1B7F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974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C4076-2D92-BC10-054C-5AD92BFE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4D467-BFA6-9570-B7AA-E22F79C0F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A3F51-FBEE-ED2E-0FB5-4DD4ABB57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35477-9BB4-213E-53B4-23F6C995C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4E27B-A52C-CF0B-A464-62A09CF5C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08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CA9F92-B590-C8E5-4DCC-58D6C37B6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7E343-C328-3B79-E0FF-22F91F621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BE329-44F1-CE74-CE0B-0F3670629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666CD-EF63-3D8E-52B0-6DD23413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045A8-ED25-9497-41E3-4376B13A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63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A99082-EB4B-553D-EA53-55FF5273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8602B-8AE2-48AC-B6CB-FB49B334A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B41C3-1A4A-11A2-2D94-41AEE6AF5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B1FB9-90BD-4784-8D93-A697D4134AE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87EAD-CE3C-CBD0-444B-75D0CC900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6B4D4-E6BC-EEB6-D4B3-EDF3BA67C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5DBC2-5805-432F-852B-877ABBE56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28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F0206-7503-0DFE-A8BE-4E8B51FF4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427" y="0"/>
            <a:ext cx="10295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6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Mishra</dc:creator>
  <cp:lastModifiedBy>Ankit Mishra</cp:lastModifiedBy>
  <cp:revision>1</cp:revision>
  <dcterms:created xsi:type="dcterms:W3CDTF">2026-03-29T12:22:37Z</dcterms:created>
  <dcterms:modified xsi:type="dcterms:W3CDTF">2026-03-29T12:23:24Z</dcterms:modified>
</cp:coreProperties>
</file>